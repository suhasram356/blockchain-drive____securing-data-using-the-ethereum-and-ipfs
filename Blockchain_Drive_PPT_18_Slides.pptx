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88952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BLOCKCHAIN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Securing Data using Ethereum and IPFS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Decentralized, Encrypted, Censorship-Resistant Alternative to Google Drive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926080"/>
            <a:ext cx="6309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Final Year Project</a:t>
            </a:r>
            <a:br/>
            <a:r>
              <a:t>B.E. CSE / ISE</a:t>
            </a:r>
            <a:br/>
            <a:r>
              <a:t>[Your College Name] 2025-26</a:t>
            </a:r>
            <a:br/>
            <a:br/>
            <a:r>
              <a:t>Presented By: [Your Name]</a:t>
            </a:r>
            <a:br/>
            <a:r>
              <a:t>Guide: [Guide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React + Solidity + IPFS + The Graph + DAO | Sepolia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- 18 Slides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1. Introduction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2. Problem Statement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3. Objectives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4. Literature Survey &amp; Gap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5. System Architecture (3 Layers)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6. Technology Stack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7. Smart Contract Evolution V1-V10 + Gas Fix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8. End-to-End Encryption (E2EE)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9. Secure File Sharing (Alice→Bob)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10. IPFS + The Graph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11. Steganography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12. ZKP + DAO Governance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13. Frontend &amp; Demo Flow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14. Threat Model &amp; Testing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15. Advantages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16. Limitations, Future &amp; Conclusion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17. References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18.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How We Present: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All in SIMPLE ENGLISH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Goal: Show we solved real privacy problem using Web3.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Flow: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Centralized problem → Decentralized solution → 3 Layer Architecture → Core features → Demo → Results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Target audience: Guide + External examiner + Non-technical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Time: 15-20 mins presentation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1. INTRODUCTION - What is Blockchain Drive?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Simple Definition: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Like Google Drive, but WITHOUT Google controlling it.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No single server - files on 1000s computers using IPFS.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Ownership proof on Ethereum blockchain - cannot delete/fake.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Files ENCRYPTED in browser BEFORE upload - even we cannot read.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AES-256 military grade + X25519 public key crypto.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Share with wallet address 0x..., not email - 100% private.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Extra: Hide file inside noise image (Steganography) - looks like picture.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Fast search via The Graph + Community owned via DAO voting DRIVE token.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Formula: Google Drive + WhatsApp Encryption + Blockchain Proof + Invisible Ink = Blockchain Drive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749039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2801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Flow in 5 Seconds:</a:t>
            </a:r>
            <a:br/>
            <a:br/>
            <a:r>
              <a:t>1. Select resume.pdf</a:t>
            </a:r>
            <a:br/>
            <a:r>
              <a:t>2. Browser encrypts → gibberish</a:t>
            </a:r>
            <a:br/>
            <a:r>
              <a:t>3. Gibberish → IPFS → CID QmX...</a:t>
            </a:r>
            <a:br/>
            <a:r>
              <a:t>4. CID + encrypted key → Ethereum</a:t>
            </a:r>
            <a:br/>
            <a:r>
              <a:t>5. Only you can decrypt</a:t>
            </a:r>
            <a:br/>
            <a:br/>
            <a:r>
              <a:t>Even if Filebase hacked, sees random 'aKj7$%...'</a:t>
            </a:r>
            <a:br/>
            <a:br/>
            <a:r>
              <a:t>Use: Students, hospitals, journalists need private censorship-proof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2. PROBLEM STATEMENT - Why We Need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CURRENT PROBLEMS (Google Drive, Dropbox):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One company controls crores files = Honeypot, one breach leaks all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They scan files for ads/policy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Can delete account anytime - Censorship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proof who uploaded first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Server down = lose access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IPFS ALONE NOT ENOUGH: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IPFS is public - anyone with link can download!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access control, no encryption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Real: Dropbox 2023 leaked 100M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 Needed: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WHAT WE NEED: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single owner - distributed IPFS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Only owner can read - End-to-End Encryption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Proof on blockchain - immutable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Owner decides who can access, for how long (time-lock)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Even if storage hacked, data useless gibberish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Community controlled DAO, not company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Our Solution: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Browser encrypts before upload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IPFS stores encrypted blob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Ethereum stores hash + access rules only (cheap)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Sharing via encrypted key re-encryption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Result: Privacy + Ownership + Censorship resistance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1. Build decentralized alternative to Google Drive - USER owns data, not company.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2. Encrypt in browser AES-256 BEFORE upload - Zero Knowledge Server.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3. Store encrypted files on IPFS via Filebase - no central server, many copies.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4. Store only hash + access rules on Ethereum - cheap, permanent.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5. Easy key: User signs with MetaMask (EIP-712), key auto-generated, no password, 256-bit strong.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6. HD keys: Separate sub-keys Work vs Personal - share Work without exposing Personal.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7. Secure sharing X25519: Encrypt AES key with receiver public key.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8. Advanced privacy: Steganography (hide in noise image) + ZKP (prove valid without revealing key).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9. Fast dashboard via The Graph Subgraph - &lt;100ms vs scanning chain.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10. Upgradeable via UUPS Proxy + DAO with DRIVE token + Gas optimized O(n)→O(1) save 90% 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4. LITERATURE SURVEY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[1] Zheng IEEE BigData 2017 - Blockchain immutability but storage expensive. → LEARNING: Don't store file on-chain, only hash.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[2] IoTChain IEEE Wireless 2018 - Centralized IoT fails, need blockchain access control. → LEARNING: allow/disallow on contract.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[3] Guo IEEE Access 2021 - EHR Blockchain+IPFS medical. Big files IPFS, audit blockchain. → LEARNING: Adopted same.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[4] Zhang IEEE IoT 2020 - Proxy Re-Encryption powerful but gas heavy. → LEARNING: We used simpler X25519+AES cheaper faster.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[5] OpenZeppelin Proxy 2023 - UUPS Upgrade: Proxy storage, implementation logic. → LEARNING: Upgradeable without losing data, DAO can upgrade.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[6] Buterin EIP-712 2017 - Typed signing prevents phishing replay. → LEARNING: Secure signature with chainId + contract domain separator.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GAP: No existing system combines E2EE + HD Category Keys + Steganography + ZKP + The Graph + DAO + Gas O(1) + Versioning in ONE practical DApp. Papers focus one area. BlockDrive combines ALL - practical, deployed Sepolia, full React frontend. This is our uniqueness.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5. SYSTEM ARCHITECTURE - 3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LAYER 1: CLIENT (React)</a:t>
            </a:r>
            <a:br/>
            <a:br/>
            <a:r>
              <a:t>• React.js + Vite + Tailwind</a:t>
            </a:r>
            <a:br/>
            <a:r>
              <a:t>• Ethers.js + CryptoJS AES-256</a:t>
            </a:r>
            <a:br/>
            <a:r>
              <a:t>• eth-sig-util X25519 + Apollo GraphQL</a:t>
            </a:r>
            <a:br/>
            <a:br/>
            <a:r>
              <a:t>Role: ALL encryption in browser. Private key never leaves device.</a:t>
            </a:r>
            <a:br/>
            <a:br/>
            <a:r>
              <a:t>Analogy: Lock file at HOME before warehouse.</a:t>
            </a:r>
            <a:br/>
            <a:br/>
            <a:r>
              <a:t>Files: App.jsx, FileUpload.jsx, encryption.js, PasswordContext cache once per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6576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LAYER 2: STORAGE (IPFS via Filebase)</a:t>
            </a:r>
            <a:br/>
            <a:br/>
            <a:r>
              <a:t>• Filebase S3 PutObject → IPFS pin</a:t>
            </a:r>
            <a:br/>
            <a:r>
              <a:t>• CID = hash(content) tamper proof</a:t>
            </a:r>
            <a:br/>
            <a:r>
              <a:t>• Many nodes copy, no single failure, encrypted blob .enc → ipfs://QmX...</a:t>
            </a:r>
            <a:br/>
            <a:r>
              <a:t>• Gateway https://ipfs.io/ipfs/QmX...</a:t>
            </a:r>
            <a:br/>
            <a:br/>
            <a:r>
              <a:t>Why not Ethereum for file? $10k per MB!</a:t>
            </a:r>
            <a:br/>
            <a:br/>
            <a:r>
              <a:t>Role: Stores gibberish only.</a:t>
            </a:r>
            <a:br/>
            <a:br/>
            <a:r>
              <a:t>Security: Even admin sees random text.</a:t>
            </a:r>
            <a:br/>
            <a:r>
              <a:t>Stego: Hide ciphertext inside noise PNG via LSB.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6576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18872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LAYER 3: BLOCKCHAIN (Sepolia)</a:t>
            </a:r>
            <a:br/>
            <a:br/>
            <a:r>
              <a:t>• Contract UploadUpgradeableV9.sol UUPS</a:t>
            </a:r>
            <a:br/>
            <a:r>
              <a:t>• Proxy 0x5b3e... Studio startBlock 11394644</a:t>
            </a:r>
            <a:br/>
            <a:r>
              <a:t>• Stores URL, category, encryptedAESKey, sender</a:t>
            </a:r>
            <a:br/>
            <a:r>
              <a:t>• Functions addWithE2EE, allow, disallow, display, shareFileKeys</a:t>
            </a:r>
            <a:br/>
            <a:r>
              <a:t>• Events FileAdded, AccessGranted...</a:t>
            </a:r>
            <a:br/>
            <a:r>
              <a:t>• Ownable + Pausable emergency stop</a:t>
            </a:r>
            <a:br/>
            <a:r>
              <a:t>• DAO: DriveDAO + DriveToken + Faucet</a:t>
            </a:r>
            <a:br/>
            <a:br/>
            <a:r>
              <a:t>Role: Judge + Record Keeper - Who owns what? Who can see?</a:t>
            </a:r>
            <a:br/>
            <a:br/>
            <a:r>
              <a:t>The Graph Subgraph listens events → Dashboard &lt;100ms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Frontend &amp; Crypto: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FRONTEND: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React 18 + Vite, Tailwind glass UI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Ethers.js v5 (MetaMask, contract calls)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Apollo Client GraphQL to Subgraph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react-hot-toast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CRYPTOGRAPHY: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CryptoJS AES-256 file encryption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eth-sig-util X25519 key encryption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Convergent SHA256(file) for dedup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EIP-712 typed signing secure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Why: Industry standard, free, battle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Blockchain &amp; Governance: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BLOCKCHAIN &amp; STORAGE: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Solidity ^0.8.19 + Hardhat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OpenZeppelin Upgradeable UUPS, Ownable, Pausable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Sepolia + Alchemy RPC free testnet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Filebase S3 → IPFS pinning, 10MB limit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INDEXING &amp; GOVERNANCE: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The Graph Subgraph Studio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Schema File, Access, UserMetric, ActivityEvent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DriveDAO Governor + DriveToken ERC20 + Faucet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SnarkJS conceptual ZKP + Canvas LSB stego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TESTING: Hardhat V5/V6/V8, DAO, Faucet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 SMART CONTRACT EVOLUTION V1→V10 + Gas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V1-V2: Basic add(), display(), allow(), disallow() - mapping(address=&gt;string[]) - no encryption, O(n) loop HIGH gas.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V3-V4: Added FileInfo(url, category, sender) prevents spam. Added encryptionPublicKeys + encryptedAESKeys start E2EE.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V5: FILE VERSIONING - originalUrls + fileVersions + updateFile() history timestamp like Git.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V6: BATCH - addBatchWithE2EE() 10 files 1 tx saves gas. Added fileHashes + signatures integrity.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V7: SHARED KEYS - sharedEncryptedAESKeys[url][receiver] share AES encrypted with their public key.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V8: SECURITY - Nonce+ECDSA for setEncryptionPublicKey prevents takeover, Pausable emergency, O(1) accessList swap &amp; pop.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V9: FIXED COLLISION - Old url key collided if same CID 2 users. New userEncryptedAESKeys[owner][url] isolated - MAIN DEPLOYED Proxy 0x5b3e...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V10: GAS OPTIMIZATION - fileOwnership[owner][keccak(url)] O(1). Old looped O(n): 500 files 500 iterations ~300k gas. New single read ~80k = 90% saving. Fallback loop for pre-V10.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PLUS: DriveDAO.sol Governor voting, DriveToken.sol ERC20 DRIVE, DriveFaucet.sol free tokens. UUPS Proxy storage separate logic DAO can _authorizeUpgrade without losing data - tested V8→V9 kept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8. END-TO-END ENCRYPTION (E2EE) - How File Locked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5394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UPLOAD ENCRYPT:</a:t>
            </a:r>
            <a:br/>
            <a:br/>
            <a:r>
              <a:t>1. Select file 2MB</a:t>
            </a:r>
            <a:br/>
            <a:r>
              <a:t>2. Read Base64</a:t>
            </a:r>
            <a:br/>
            <a:r>
              <a:t>3. aesKey = SHA256(file) convergent dedup</a:t>
            </a:r>
            <a:br/>
            <a:r>
              <a:t>4. ciphertext = AES.encrypt(Base64, aesKey) gibberish</a:t>
            </a:r>
            <a:br/>
            <a:r>
              <a:t>5. Master Secret: Sign EIP-712 in MetaMask Domain name=Blockchain Drive version chainId verifyingContract</a:t>
            </a:r>
            <a:br/>
            <a:r>
              <a:t>   Sig → SHA256 → 32-byte master key cached sign once per session</a:t>
            </a:r>
            <a:br/>
            <a:r>
              <a:t>6. Category: categorySecret = SHA256(master + 'Personal') Work ≠ Personal isolated</a:t>
            </a:r>
            <a:br/>
            <a:r>
              <a:t>7. encAES = X25519_Encrypt(aesKey, categoryPublic)</a:t>
            </a:r>
            <a:br/>
            <a:r>
              <a:t>8. Upload ciphertext Filebase S3 → IPFS CID QmX...</a:t>
            </a:r>
            <a:br/>
            <a:r>
              <a:t>9. Call addWithE2EE(url, category, hashZero, sigZero, encAES)</a:t>
            </a:r>
            <a:br/>
            <a:br/>
            <a:r>
              <a:t>File: client/src/utils/encryption.js getDeterministicKey(), deriveCategoryKeypair(), encryptAESKey()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577840" cy="5394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DOWNLOAD DECRYPT:</a:t>
            </a:r>
            <a:br/>
            <a:br/>
            <a:r>
              <a:t>1. Dashboard query Subgraph list FileInfo</a:t>
            </a:r>
            <a:br/>
            <a:r>
              <a:t>2. Fetch IPFS url → download .enc</a:t>
            </a:r>
            <a:br/>
            <a:r>
              <a:t>3. Get encAES userEncryptedAESKeys[me][url]</a:t>
            </a:r>
            <a:br/>
            <a:r>
              <a:t>4. aesKey = X25519_Decrypt(encAES, myCategorySecret) derived from same wallet signature</a:t>
            </a:r>
            <a:br/>
            <a:r>
              <a:t>5. Base64 = AES.decrypt(ciphertext, aesKey)</a:t>
            </a:r>
            <a:br/>
            <a:r>
              <a:t>6. Blob → download original</a:t>
            </a:r>
            <a:br/>
            <a:r>
              <a:t>7. If Stego: Decode PNG Canvas LSB extract ciphertext decrypt</a:t>
            </a:r>
            <a:br/>
            <a:br/>
            <a:r>
              <a:t>Why SECURE:</a:t>
            </a:r>
            <a:br/>
            <a:r>
              <a:t>• Filebase sees only ciphertext no key</a:t>
            </a:r>
            <a:br/>
            <a:r>
              <a:t>• Blockchain sees only encrypted key not file</a:t>
            </a:r>
            <a:br/>
            <a:r>
              <a:t>• Key never leaves browser except encrypted</a:t>
            </a:r>
            <a:br/>
            <a:r>
              <a:t>• 256-bit entropy not password '1234' brute force 2^256 impossible</a:t>
            </a:r>
            <a:br/>
            <a:r>
              <a:t>• Even signature stolen need IPFS file too</a:t>
            </a:r>
            <a:br/>
            <a:r>
              <a:t>• Category isolation limits damage</a:t>
            </a:r>
            <a:br/>
            <a:br/>
            <a:r>
              <a:t>Decrypt: decryptAESKey() + AES.decrypt()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9. SECURE FILE SHARING - Alice → 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SCENARIO: Alice share resume.pdf with Bob 0x1234... for 60 min.</a:t>
            </a:r>
            <a:br/>
            <a:br/>
            <a:r>
              <a:t>STEP 1: Alice uploaded file. Category key encrypted AES. File IPFS.</a:t>
            </a:r>
            <a:br/>
            <a:r>
              <a:t>STEP 2: Share Tab → Bob address + 60 min → Allow → contract.allow(Bob,60) sets ownership true expiry now+3600 adds accessList emits AccessGranted</a:t>
            </a:r>
            <a:br/>
            <a:r>
              <a:t>STEP 3: Give AES key securely:</a:t>
            </a:r>
            <a:br/>
            <a:r>
              <a:t>   Fetch encAES (encrypted with Alice category) → Decrypt locally aesKey = Decrypt(encAES, AliceCategorySecret)</a:t>
            </a:r>
            <a:br/>
            <a:r>
              <a:t>   Fetch Bob PubKey encryptionPublicKeys(Bob) - Bob must have connected app once to publish key via setEncryptionPublicKey with nonce+ECDSA, else error must connect</a:t>
            </a:r>
            <a:br/>
            <a:r>
              <a:t>   Re-encrypt encForBob = X25519_Encrypt(aesKey, bobPubKey)</a:t>
            </a:r>
            <a:br/>
            <a:r>
              <a:t>   Store shareFileKeysForMultipleUsers(url, [Bob], [encForBob]) → userSharedEncryptedAESKeys[Alice][url][Bob] with _ownsFile check require(_ownsFile(msg.sender,url)) prevents attacker overwrite</a:t>
            </a:r>
            <a:br/>
            <a:r>
              <a:t>STEP 4: Bob login → Shared With Me tab Subgraph files where owner shared + allow true + not expired appears.</a:t>
            </a:r>
            <a:br/>
            <a:r>
              <a:t>STEP 5: Bob Download → Fetch encForBob Decrypt with BobSecret from his wallet sig → aesKey → Decrypt file download.</a:t>
            </a:r>
            <a:br/>
            <a:r>
              <a:t>STEP 6: Revoke Alice Disallow(Bob) ownership false O(1) removal swap last pop delete index emits AccessRevoked Bob refresh 'You don't have access'.</a:t>
            </a:r>
            <a:br/>
            <a:r>
              <a:t>KEY: Bob doesn't need Alice online after step3 - keys on blockchain. Direct push sendFileToReceiverWithE2EE sends directly at upload. Time-lock auto after 60 min expiry check fails in display().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10. IPFS STORAGE + THE GRAPH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IPFS: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IPFS Decentralized Warehouse: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Like BitTorrent + Git, CID = hash(content) tamper proof 1 byte change new CID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Many nodes copy no single failure, filebase.js uploadToFilebase S3 PutObject IPFS pin ipfs://CID gateway https://ipfs.io/ipfs/CID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10MB limit frontend, LocalStorage size for dashboard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Why not Ethereum for file? $10k per MB! We store only hash cheap ~180k gas $0.02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Security: admin sees only ciphertext gibberish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Dedup: Same file same CID saves storage but leaks existence trade-off future salt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Graph: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THE GRAPH Fast Dashboard: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Problem: display(user) scans all files one-by-one 200 files 2-3 sec RPC timeout no filter.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Solution: Subgraph indexer listens events permanently.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Deployed Subgraph Studio Sepolia Address 0x5b3e... startBlock 11394644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Events FileAdded, FileDeleted, FileUpdated, AccessGranted, AccessRevoked, PublicKeyPublished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mapping.ts AssemblyScript → entities File, Access, UserMetric, ActivityEvent GraphQL &lt;100ms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Frontend Apollo Client query files(where:{owner:me}) blazing fast.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Dashboard.jsx total files shared count storage used recent activity.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Deploy: graph auth --studio KEY, npm run build, graph deploy --studio blockchain-drive, copy Query URL to main.jsx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11. STEGANOGRAPHY - Hide File Inside Image (Invisible Ink)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What?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Encryption hides CONTENT, Stego hides EXISTENCE.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Hide encrypted text inside image pixels - looks normal noise.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How (steganography.js):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Toggle 'Use Steganography' ON upload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encodeStego(null, ciphertext):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1. Generate organic noise image Canvas random pixels 500x500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2. Ciphertext → binary 0101...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3. Inject binary into LSB Least Significant Bit of each pixel RGB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4. LSB change invisible to human eye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5. Export PNG upload PNG instead .enc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Category auto #Stego tag to know decode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Why? IPFS viewer sees image not encrypted text doesn't suspect.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Extra layer over encryption even if know stego used still need AES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Decode &amp; Use: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Decode Flow: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Download PNG IPFS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Load Canvas read pixel data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Extract LSBs → binary → ciphertext → decrypt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Limitations (honest viva):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Image bigger than text overhead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Small files optimal &lt;1MB 1MB text needs ~2MB PNG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Must keep PNG if JPEG LSB lost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Real Use: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Journalists hiding documents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Whistleblowers privacy users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Demo: Upload Stego ON → IPFS shows PNG noise image Open random but decodes works Impressive!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File: steganography.js encodeStego() decodeStego()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ZKP + DAO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ZKP: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ZKP Zero Knowledge Proofs Conceptual Demo: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Simple: Prove know password without telling password.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Project: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Upload client generates conceptual ZKP commitment 'I encrypted correctly without revealing AES key'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Currently mocked delay 800ms return {'conceptual':true} toast 'ZKP Verified!' tag #ZKP-Verified badge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Future SnarkJS + Circom snarkjs.groth16.fullProve() verify on-chain verifyProof()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Why in paper? Prevents uploading garbage claiming encrypted network can verify commitment + future scope mathematical verifiability.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File: FileUpload.jsx toast Generating ZKP... future replace with real zk-SNARK IEEE paper closing thoughts.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DAO: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DAO Community Owns Platform: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DAO = No CEO community votes changes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Contracts DriveDAO.sol Governor + DriveToken.sol ERC20 + DriveFaucet.sol free tokens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Flow: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Governance tab → Faucet claim() 100 DRIVE free Sepolia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DRIVE = voting power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Create proposal 'Upgrade to V10 gas saving' target + calldata upgradeTo(newImpl)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Token holders vote For/Against After period quorum execute proxy upgrades logic keeps storage tested V8→V9 kept data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Security: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Only DAO can pause()/unpause() emergency freeze uploads/shares bug found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UUPS Proxy storage separate logic _authorizeUpgrade onlyOwner DAO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Frontend Governance.jsx proposals vote execute Faucet.jsx balance claim. Analogy DRIVE token = company share.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13. FRONTEND &amp;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FRONTEND COMPONENTS: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App.jsx Connect window.ethereum ethers provider signer contract Detect version contractVersion.js E2EE PKI setup ver&gt;=7 fetch encryptionPublicKeys if empty derive key sign nonce setEncryptionPublicKey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Navigation.jsx Glass navbar Home Files Share Dashboard Governance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FileUpload.jsx File input category dropdown receiver address ENS vitalik.eth via cloudflare-eth Stego toggle progress bar batch upload ZKP toast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Files.jsx + FileCard.tsx My Files Shared With Me useBlockchainDrive hook Subgraph fallback contract Download Share Delete Update version #Stego #ZKP badges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Dashboard.jsx Subgraph metrics total files shared storage recent activity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Share.jsx Allow duration multi-file key sharing encryptAESKey per user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PasswordContext Cached secret memory sign once per session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UI Glassmorphism backdrop-blur gradient cyan-purple dark slate Web3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Live Demo Script: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DEMO STEPS FOR EXAMINER (2 browsers Chrome+Firefox 2 MetaMask accounts):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1. Open localhost:5050 Show title Secure Decentralized Storage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2. Connect MetaMask Sepolia green dot 0x...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3. Upload small text Personal show toasts Fetching key... Generating ZKP... Uploading... progress bar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4. My Files updates fast Subgraph show category tag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5. Click Download decrypt → original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6. Toggle Stego ON upload same IPFS PNG noise image open random but decodes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7. Share Enter 2nd account allow 10 min switch account Shared With Me appears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8. 2nd account downloads ok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9. 1st Disallow 2nd refresh access gone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10. Show Governance claim DRIVE Faucet vote proposal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11. Show Etherscan Sepolia tx FileAdded Filebase bucket .enc Subgraph Studio query docs/architecture.png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Screenshots homePage.png Share page .png backup if live demo fails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14. THREAT MODEL &amp;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WHAT WE PROTECT ✅: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Compromised Storage Filebase/IPFS hacked → only AES gibberish E2EE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Offline Dictionary → Key ECDSA sig 256-bit not '1234' brute force 2^256 impossible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Access Griefing → _ownsFile check + nonce ECDSA attacker can't overwrite others keys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Contract Zero-Day → DAO pause() freeze emergency time patch UUPS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Tampering → CID changes if tampered + fileHashes integrity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WHAT WE DON'T PROTECT ❌ (Honest viva):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Metadata Leaks blockchain public WHO WHEN category receiver visible not anonymous need Aztec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Compromised Device malware reading browser memory steal key/file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Stolen Wallet Seed attacker signs decrypts ALL files security = wallet security advise hardware wallet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Lost Wallet = Lost Files no recovery future Shamir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Pinning Reliance If Filebase unpins no other pins garbage collected need Filecoin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Testing: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TESTING RESULTS: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Hardhat Tests: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DriveDAO.test.js propose vote execute only token holders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DriveFaucet.test.js claim rate limit balance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V5 versioning updateFile history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V6 batch 5 files 1 tx works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V8 pause nonce O(1) removal all pass npx hardhat test green ticks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Frontend Manual: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test-encryption.cjs encrypt hello decrypt matches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10MB limit 11MB toast error works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Invalid address + ENS vitalik.eth resolve works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Stego 100KB text 500x500 PNG decode matches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Convergent same file same AES dedup works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Performance Sepolia: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1MB: Encrypt 0.5s + IPFS 2s + tx 15s block time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Gas addWithE2EE ~180k $0.02 share 10 users old 400k new 120k 70% saving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Subgraph &lt;100ms vs contract display 2-3s 50 files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Proxy 0x5b3e... live Subgraph indexing block 11394644 Frontend Vite 5050 end-to-end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15-16. ADVANTAGES, LIMITATIONS, FUTURE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ADVANTAGES vs Google: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You own data not company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No one can read files even provider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Censorship resistant cannot delete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Transparent log who accessed when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No password wallet sign less phishing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Time-locked self-destruct link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Distributed one node down others up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vs Other Decentralized: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E2EE built-in others leave to user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HD category isolation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Stego + ZKP extra privacy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Gas O(1) cheaper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DAO governance + Versioning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05840"/>
            <a:ext cx="3657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Limitations &amp; Future: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LIMITATIONS: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MetaMask only no WalletConnect yet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10MB limit need chunking 1GB video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No folder hierarchy flat list only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Convergent leaks existence same CID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Stego heavy 1MB text → 2MB PNG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ZKP mocked need real Circom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Subgraph relies studio ideally self-host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No mobile app no searchable encryption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Lost wallet = lost data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FUTURE: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Real zk-SNARKs Circom on-chain verify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Chunking streaming 1GB videos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Folder NFT ERC721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Social recovery Shamir, Cross-chain Polygon/Arbitrum, Filecoin incentive, SSE search, React Native mobile, ENS Lens, AI local categorization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05840"/>
            <a:ext cx="3657600" cy="5394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18872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CONCLUSION Simple English:</a:t>
            </a:r>
            <a:br/>
            <a:br/>
            <a:r>
              <a:t>Started: Centralized owns data can leak censor delete.</a:t>
            </a:r>
            <a:br/>
            <a:br/>
            <a:r>
              <a:t>Built Blockchain Drive Web3 where:</a:t>
            </a:r>
            <a:br/>
            <a:r>
              <a:t>- Browser encrypts AES-256 key from wallet sig no password 256-bit strong</a:t>
            </a:r>
            <a:br/>
            <a:r>
              <a:t>- Encrypted → IPFS distributed tamper proof</a:t>
            </a:r>
            <a:br/>
            <a:r>
              <a:t>- Only hash + encrypted key + access rules on Ethereum cheap permanent transparent</a:t>
            </a:r>
            <a:br/>
            <a:r>
              <a:t>- Sharing safe AES key re-encrypted with receiver public key X25519</a:t>
            </a:r>
            <a:br/>
            <a:r>
              <a:t>- Extra privacy Stego hide file in noise image looks random picture</a:t>
            </a:r>
            <a:br/>
            <a:r>
              <a:t>- Fast dashboard The Graph indexing not scanning chain</a:t>
            </a:r>
            <a:br/>
            <a:r>
              <a:t>- Community owned DAO voting upgrade via UUPS proxy without losing data</a:t>
            </a:r>
            <a:br/>
            <a:r>
              <a:t>- Gas optimized O(n)→O(1) 90% saving</a:t>
            </a:r>
            <a:br/>
            <a:br/>
            <a:r>
              <a:t>Proved: CAN build Google Drive without Google - more private censorship resistant user owns data.</a:t>
            </a:r>
            <a:br/>
            <a:br/>
            <a:r>
              <a:t>Testing Sepolia end-to-end works upload download share revoke versioning governance.</a:t>
            </a:r>
            <a:br/>
            <a:br/>
            <a:r>
              <a:t>Vision Web3: Data ownership back to user not corporation.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88952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17-18. REFERENCES &amp; 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68580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492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REFERENCES:</a:t>
            </a:r>
            <a:br/>
            <a:br/>
            <a:r>
              <a:t>[1] Zheng IEEE BigData 2017 - Overview Blockchain why not store file on-chain only hash.</a:t>
            </a:r>
            <a:br/>
            <a:r>
              <a:t>[2] IoTChain IEEE Wireless 2018 - Blockchain access control via contract.</a:t>
            </a:r>
            <a:br/>
            <a:r>
              <a:t>[3] Guo IEEE Access 2021 - EHR Blockchain+IPFS medical big files IPFS audit blockchain adopted.</a:t>
            </a:r>
            <a:br/>
            <a:r>
              <a:t>[4] Zhang IEEE IoT 2020 - Proxy Re-Encryption powerful but gas heavy we chose cheaper X25519+AES.</a:t>
            </a:r>
            <a:br/>
            <a:r>
              <a:t>[5] OpenZeppelin Proxy 2023 - UUPS Upgrade Pattern proxy storage implementation logic.</a:t>
            </a:r>
            <a:br/>
            <a:r>
              <a:t>[6] Buterin EIP-712 2017 - Typed structured data signing prevents phishing replay.</a:t>
            </a:r>
            <a:br/>
            <a:r>
              <a:t>[7] Benet IPFS 2014 - Content Addressed Versioned P2P.</a:t>
            </a:r>
            <a:br/>
            <a:r>
              <a:t>[8] Filebase Docs docs.filebase.com S3 API IPFS pinning.</a:t>
            </a:r>
            <a:br/>
            <a:r>
              <a:t>[9] The Graph Docs thegraph.com Subgraph indexing.</a:t>
            </a:r>
            <a:br/>
            <a:r>
              <a:t>[10] CryptoJS &amp; eth-sig-util AES &amp; X25519.</a:t>
            </a:r>
            <a:br/>
            <a:br/>
            <a:r>
              <a:t>GitHub: SuhasRam356/Blockchain-Drive</a:t>
            </a:r>
            <a:br/>
            <a:r>
              <a:t>Proxy Sepolia: 0x5b3e60872A44eF1e9364E6cB37CBfB63E0b4138b</a:t>
            </a:r>
            <a:br/>
            <a:r>
              <a:t>Subgraph: blockchain-drive startBlock 11394644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914400"/>
            <a:ext cx="429768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09728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  <a:br/>
            <a:br/>
            <a:r>
              <a:t>Any Questions?</a:t>
            </a:r>
            <a:br/>
            <a:br/>
            <a:r>
              <a:t>Ready for LIVE DEMO</a:t>
            </a:r>
            <a:br/>
            <a:br/>
            <a:r>
              <a:t>• Sepolia Testnet</a:t>
            </a:r>
            <a:br/>
            <a:r>
              <a:t>• IPFS via Filebase</a:t>
            </a:r>
            <a:br/>
            <a:r>
              <a:t>• MetaMask EIP-712 Signing</a:t>
            </a:r>
            <a:br/>
            <a:r>
              <a:t>• Stego Noise Image</a:t>
            </a:r>
            <a:br/>
            <a:r>
              <a:t>• DAO Voting</a:t>
            </a:r>
            <a:br/>
            <a:br/>
            <a:r>
              <a:t>Project: Blockchain Drive</a:t>
            </a:r>
            <a:br/>
            <a:r>
              <a:t>Securing Data using Ethereum and IPFS</a:t>
            </a:r>
            <a:br/>
            <a:br/>
            <a:r>
              <a:t>Team: [Your Name] + Team</a:t>
            </a:r>
            <a:br/>
            <a:r>
              <a:t>Guide: [Guide Name]</a:t>
            </a:r>
            <a:br/>
            <a:r>
              <a:t>College: [Your College] CSE</a:t>
            </a:r>
            <a:br/>
            <a:br/>
            <a:r>
              <a:t>Contact: your.email@college.com</a:t>
            </a:r>
            <a:br/>
            <a:br/>
            <a:r>
              <a:t>Special Thanks to OpenZeppelin, Filebase, The Graph, Alchemy, Ethereum Community</a:t>
            </a:r>
            <a:br/>
            <a:br/>
            <a:r>
              <a:t>We welcome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