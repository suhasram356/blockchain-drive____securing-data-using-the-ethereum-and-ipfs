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88952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BLOCKCHAIN 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6B6D4"/>
                </a:solidFill>
                <a:latin typeface="Calibri"/>
              </a:defRPr>
            </a:pPr>
            <a:r>
              <a:t>Securing Data using Ethereum and IPFS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 Decentralized, Encrypted, Censorship-Resistant File Storage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474720"/>
            <a:ext cx="57607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3657600"/>
            <a:ext cx="5394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Final Year Project Presentation</a:t>
            </a:r>
            <a:br/>
            <a:br/>
            <a:r>
              <a:t>B.E. Computer Science / Information Science</a:t>
            </a:r>
            <a:br/>
            <a:br/>
            <a:r>
              <a:t>College Name - Department CSE</a:t>
            </a:r>
            <a:br/>
            <a:br/>
            <a:r>
              <a:t>Academic Year: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Presented By: [Your Name] | Guide: [Guide Name] | Under the guidance of VTU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- What We Will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1. Introduction - What is Blockchain Drive?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2. Problem Statement - Why centralized storage fails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3. Objectives of our project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4. Literature Survey &amp; Existing Systems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5. Proposed Solution &amp; System Architecture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6. Technology Stack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7. Smart Contract Evolution (V1 to V10)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8. Core Features - E2EE, IPFS, Steganography, ZKP, DAO, The Graph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9. File Sharing &amp; Access Control Workflow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10. Demo &amp; Screenshots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11. Security - Threat Model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12. Results, Advantages, Limitations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13. Future Scope, Conclusion, References &amp;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5303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6B6D4"/>
                </a:solidFill>
                <a:latin typeface="Calibri"/>
              </a:defRPr>
            </a:pPr>
            <a:r>
              <a:t>💡 In Simple Words:</a:t>
            </a:r>
            <a:br/>
            <a:br/>
            <a:r>
              <a:t>We will explain every part in very easy English. No heavy technical terms without explanation. This PPT is made for guide, external examiner, and non-technical audience to understand.</a:t>
            </a:r>
            <a:br/>
            <a:br/>
            <a:r>
              <a:t>🎯 Goal of this PPT:</a:t>
            </a:r>
            <a:br/>
            <a:r>
              <a:t>Show that we solved real-world data privacy problem using Web3.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INTRODUCTION - What is Blockchain Drive?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Simple Definition: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• Blockchain Drive is like Google Drive, but WITHOUT Google.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• No single company owns your data. Data is stored on 1000s of computers (IPFS).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• Proof of ownership is stored on Ethereum blockchain – no one can delete or change it.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• Files are ENCRYPTED in your browser before upload – even we can't see it.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• You can share files securely with wallet address, like sharing via email but 100% private.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• Extra privacy: Hide file inside an image (Steganography) so no one knows you uploaded a file.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• Fully decentralized indexing via The Graph + Community controlled via DAO.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188720"/>
            <a:ext cx="3657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371600"/>
            <a:ext cx="329184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ADE80"/>
                </a:solidFill>
                <a:latin typeface="Calibri"/>
              </a:defRPr>
            </a:pPr>
            <a:r>
              <a:t>Think of it like:</a:t>
            </a:r>
            <a:br/>
            <a:br/>
            <a:r>
              <a:t>📁 Google Drive + 🔐 WhatsApp Encryption + ⛓️ Blockchain Proof + 👻 Invisible Ink</a:t>
            </a:r>
            <a:br/>
            <a:br/>
            <a:r>
              <a:t>= Blockchain Drive</a:t>
            </a:r>
            <a:br/>
            <a:br/>
            <a:r>
              <a:t>User uploads -&gt; Browser encrypts -&gt; IPFS stores -&gt; Blockchain remembers hash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PROBLEM STATEMENT - Why We Need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Problems in Centralized Storage: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PROBLEMS WITH GOOGLE DRIVE / DROPBOX / AWS: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❌ One company controls all data – if hacked, all data leaked (Honeypot risk)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❌ They can see your files, scan them, sell data for ads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❌ They can delete your account or block files anytime (Censorship)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❌ No proof who uploaded first – ownership can be questioned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❌ Central server down = You lose access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❌ IPFS alone is NOT enough – anyone with link can download your file!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6B6D4"/>
                </a:solidFill>
                <a:latin typeface="Calibri"/>
              </a:defRPr>
            </a:pPr>
            <a:r>
              <a:t>Why This Project Is Important: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REAL INCIDENTS: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• 2023: 100M+ Dropbox files leaked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• Google scans Drive for policy violation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WHAT WE NEED: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✅ No single owner – distributed storage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✅ Only owner can read file – End to End Encryption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✅ Proof of ownership on blockchain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✅ Owner decides who can access, for how long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✅ Even if storage provider hacked, data is useless gibberish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OBJECTIVES - What We Want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1.  Build a decentralized alternative to Google Drive where user owns data, not company.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2.  Encrypt files in browser using AES-256 BEFORE upload – Zero knowledge server.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3.  Store encrypted files on IPFS via Filebase – no central server.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4.  Store only file hash + access rules on Ethereum blockchain – cheap, immutable, transparent.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5.  Make key management easy – User signs with MetaMask, key auto-generated (no password to remember).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6.  Implement secure sharing – Encrypt AES key with receiver's public key using X25519.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7.  Add advanced privacy – Steganography (hide file inside noise image) + Zero Knowledge Proofs.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8.  Fast dashboard using The Graph Subgraph – index blockchain data quickly.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9.  Make contract upgradeable via UUPS Proxy + Governed by DAO and DRIVE token.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700">
                <a:solidFill>
                  <a:srgbClr val="CBD5E1"/>
                </a:solidFill>
                <a:latin typeface="Calibri"/>
              </a:defRPr>
            </a:pPr>
            <a:r>
              <a:t>10. Optimize gas – Change O(n) loop to O(1) mapping lookup, save 90% gas for heavy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LITERATURE SURVEY - What Others Did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Paper 1: Zheng et al., IEEE BigData 2017 – Overview of Blockchain Tech – Told us blockchain gives immutability &amp; decentralization, but storage is expensive on-chain.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Learning: Don't store file on blockchain, store only hash.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Paper 2: IoTChain – IEEE Wireless 2018 – Used blockchain + IoT. Showed centralized IoT fails.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Learning: Access control must be on smart contract.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Paper 3: Guo et al., IEEE Access 2021 – EHR Sharing using Blockchain + IPFS for medical records.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Learning: Used IPFS for big files, blockchain for audit. We adopted same.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Paper 4: Zhang et al., IEEE IoT Journal 2020 – Proxy Re-Encryption for secure sharing.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Learning: PRE is powerful but gas heavy. We used simpler X25519 + AES hybrid, which is cheaper &amp; faster.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Paper 5: OpenZeppelin Proxy – 2023 – UUPS Upgrade Pattern.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Learning: Made our contract upgradeable without losing data.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Paper 6: Buterin EIP-712 – Typed structured data signing.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Learning: Used for secure MetaMask signature, prevents phishing replay attacks.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GAP IN EXISTING SYSTEMS: No E2EE + HD keys + Steganography + ZKP + DAO + The Graph together. Our project combines ALL in one practical DApp – BlockDrive.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 PROPOSED SOLUTION - Our Idea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USER SIDE (React Frontend):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User connects MetaMask wallet (Sepolia testnet)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User selects file -&gt; App derives Master Key by asking user to SIGN message (EIP-712) -&gt; SHA256 -&gt; 256-bit key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From Master Key, we derive Category Sub-Keys (e.g., Work key != Personal key) using HD derivation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File is encrypted with random AES-256 key (Convergent key from file hash for deduplication)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AES key is then encrypted with Category Public Key (X25519)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STORAGE LAYER: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Encrypted file blob (.enc) uploaded to Filebase S3 -&gt; pinned to IPFS -&gt; returns CID (ipfs://...)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Even if someone gets CID, they see only encrypted gibberish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BLOCKCHAIN LAYER (Ethereum Sepolia):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Smart Contract stores: IPFS URL + Category + Encrypted AES Key + Sender address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Only hash stored, not file – low gas cost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Contract emits events: FileAdded, AccessGranted, PublicKeyPublished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INDEXING &amp; GOVERNANCE: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The Graph Subgraph listens to events &amp; indexes – Dashboard loads in milliseconds, not scanning whole blockchain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DAO – DRIVE token holders vote to upgrade contract logic via UUPS proxy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SYSTEM ARCHITECTURE - 3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5212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108960" cy="4937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LAYER 1: CLIENT (Frontend)</a:t>
            </a:r>
            <a:br/>
            <a:br/>
            <a:r>
              <a:t>• React.js + Vite + Tailwind</a:t>
            </a:r>
            <a:br/>
            <a:r>
              <a:t>• Ethers.js for blockchain talk</a:t>
            </a:r>
            <a:br/>
            <a:r>
              <a:t>• Crypto-JS AES-256 encryption</a:t>
            </a:r>
            <a:br/>
            <a:r>
              <a:t>• @metamask/eth-sig-util X25519</a:t>
            </a:r>
            <a:br/>
            <a:r>
              <a:t>• Web Crypto API</a:t>
            </a:r>
            <a:br/>
            <a:r>
              <a:t>• Apollo Client GraphQL</a:t>
            </a:r>
            <a:br/>
            <a:br/>
            <a:r>
              <a:t>Role: ALL encryption happens HERE in browser. Private key never leaves device.</a:t>
            </a:r>
            <a:br/>
            <a:br/>
            <a:r>
              <a:t>Analogy: Lock the file in a box at HOME before sending to warehouse.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474720" cy="5212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108960" cy="4937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6B6D4"/>
                </a:solidFill>
                <a:latin typeface="Calibri"/>
              </a:defRPr>
            </a:pPr>
            <a:r>
              <a:t>LAYER 2: STORAGE (IPFS via Filebase)</a:t>
            </a:r>
            <a:br/>
            <a:br/>
            <a:r>
              <a:t>• Filebase S3 API compatible</a:t>
            </a:r>
            <a:br/>
            <a:r>
              <a:t>• IPFS content addressing: CID = hash(file)</a:t>
            </a:r>
            <a:br/>
            <a:r>
              <a:t>• If file tampered, CID changes -&gt; tampering detected</a:t>
            </a:r>
            <a:br/>
            <a:r>
              <a:t>• Decentralized, many nodes hold copy</a:t>
            </a:r>
            <a:br/>
            <a:r>
              <a:t>• No single point of failure</a:t>
            </a:r>
            <a:br/>
            <a:br/>
            <a:r>
              <a:t>Role: Stores encrypted blobs. Can't read data.</a:t>
            </a:r>
            <a:br/>
            <a:br/>
            <a:r>
              <a:t>Example: ipfs://QmX.../myfile.enc</a:t>
            </a:r>
            <a:br/>
            <a:r>
              <a:t>Gateway: https://ipfs.io/ipfs/QmX...</a:t>
            </a:r>
            <a:br/>
            <a:br/>
            <a:r>
              <a:t>Plus Steganography option: Encrypted text hidden inside auto-generated noise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474720" cy="5212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280160"/>
            <a:ext cx="3108960" cy="4937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855F7"/>
                </a:solidFill>
                <a:latin typeface="Calibri"/>
              </a:defRPr>
            </a:pPr>
            <a:r>
              <a:t>LAYER 3: BLOCKCHAIN (Ethereum)</a:t>
            </a:r>
            <a:br/>
            <a:br/>
            <a:r>
              <a:t>• Smart Contract: UploadUpgradeableV9.sol (UUPS)</a:t>
            </a:r>
            <a:br/>
            <a:r>
              <a:t>• Network: Sepolia Testnet</a:t>
            </a:r>
            <a:br/>
            <a:r>
              <a:t>• Stores metadata only: URL, category, encrypted key, sender</a:t>
            </a:r>
            <a:br/>
            <a:r>
              <a:t>• Access control: allow() / disallow() with expiry</a:t>
            </a:r>
            <a:br/>
            <a:r>
              <a:t>• Ownable + Pausable for emergency stop</a:t>
            </a:r>
            <a:br/>
            <a:r>
              <a:t>• DAO: DriveDAO.sol + DriveToken.sol</a:t>
            </a:r>
            <a:br/>
            <a:r>
              <a:t>• Faucet: Users claim free DRIVE</a:t>
            </a:r>
            <a:br/>
            <a:br/>
            <a:r>
              <a:t>Role: Judge + Record Keeper. Who owns what? Who can see?</a:t>
            </a:r>
            <a:br/>
            <a:br/>
            <a:r>
              <a:t>The Graph Subgraph reads events &amp; makes dashboard super fast.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Frontend &amp; Blockchain: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FRONTEND: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React.js 18 + Vite (fast build)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Tailwind CSS (beautiful glass UI)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Ethers.js v5 (talk to Ethereum)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Apollo Client (GraphQL queries to Subgraph)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react-hot-toast (notifications)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BLOCKCHAIN: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Solidity ^0.8.19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Hardhat (compile, test, deploy)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OpenZeppelin Upgradeable (UUPS, Ownable, Pausable)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Sepolia Testnet + Alchemy RPC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We chose this because: Fast, secure, widely used, testnet free.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6B6D4"/>
                </a:solidFill>
                <a:latin typeface="Calibri"/>
              </a:defRPr>
            </a:pPr>
            <a:r>
              <a:t>Cryptography &amp; Governance: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CRYPTOGRAPHY &amp; STORAGE: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CryptoJS AES-256 (file encryption)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eth-sig-util X25519 (public key encryption)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Filebase S3 -&gt; IPFS (decentralized storage)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Steganography: Hide data in image via Canvas LSB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SnarkJS conceptual ZKP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INDEXING &amp; GOVERNANCE: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The Graph Protocol (Subgraph Studio)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GraphQL schema: File, Access, UserMetric, ActivityEvent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DriveDAO + DriveToken ERC20 + Faucet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TESTING: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Hardhat tests: DriveDAO.test.js, DriveFaucet.test.js, V5/V6/V8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8. SMART CONTRACT EVOLUTION - V1 to V10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V1-V2 Upload.sol: Basic add(), display(), allow(), disallow() – mapping(address =&gt; string[]) – simple but no encryption, O(n) loop for access check – HIGH gas.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V3-V4: Added FileInfo struct (url + category + sender) to prevent spam/phishing – knew WHO sent file. Added encryptionPublicKeys mapping + encryptedAESKeys – start of E2EE.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V5: FILE VERSIONING – originalUrls + fileVersions mapping – user can updateFile() – keeps history of versions with timestamp – like Git for files.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V6: BATCH upload – addBatchWithE2EE() – upload 10 files in 1 transaction – saves gas + time. Also added fileSignatures + fileHashes for integrity.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V7: SECURE SHARING OF KEYS – sharedEncryptedAESKeys[url][receiver] – when you allow user, you also share decrypted AES key encrypted with their public key. So they can decrypt.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V8: SECURITY FIXES – Nonce for replay protection in setEncryptionPublicKey() – ECDSA signature verification – Pausable emergency stop – O(1) access list removal using swap &amp; pop.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V9: FIXED MAPPING COLLISION BUG – Old mappings used url as key, could collide if two users uploaded same CID. New mappings: userEncryptedAESKeys[owner][url] + userFileHashes[owner][url] – fully isolated per user – THIS IS MAIN DEPLOYED VERSION (proxy at 0x5b3e...).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V10: GAS OPTIMIZATION – Added fileOwnership[owner][keccak256(url)] O(1) lookup – Old _ownsFile looped through all files O(n) – if user had 500 files, cost huge. Now constant time – 90% gas saved.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PLUS: DriveDAO.sol (Governor + token voting) + DriveToken.sol (ERC20 DRIVE) + DriveFaucet.sol (claim free tokens) – Full Web3 governance.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9. END-TO-END ENCRYPTION (E2EE) - How File is Locked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5120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UPLOAD FLOW (Simple Steps):</a:t>
            </a:r>
            <a:br/>
            <a:br/>
            <a:r>
              <a:t>1. User selects file (e.g., marksheet.pdf, 2MB)</a:t>
            </a:r>
            <a:br/>
            <a:r>
              <a:t>2. Browser reads file as Base64 data URL</a:t>
            </a:r>
            <a:br/>
            <a:r>
              <a:t>3. Generate Convergent AES Key:</a:t>
            </a:r>
            <a:br/>
            <a:r>
              <a:t>   aesKey = SHA256(base64data)</a:t>
            </a:r>
            <a:br/>
            <a:r>
              <a:t>   -&gt; Same file always gives same key (deduplication)</a:t>
            </a:r>
            <a:br/>
            <a:br/>
            <a:r>
              <a:t>4. Encrypt file: ciphertext = AES.encrypt(base64data, aesKey)</a:t>
            </a:r>
            <a:br/>
            <a:r>
              <a:t>   Now file is gibberish text</a:t>
            </a:r>
            <a:br/>
            <a:br/>
            <a:r>
              <a:t>5. Get Master Secret Key: User signs EIP-712 typed message in MetaMask</a:t>
            </a:r>
            <a:br/>
            <a:r>
              <a:t>   domain: Blockchain Drive, chainId, contract address</a:t>
            </a:r>
            <a:br/>
            <a:r>
              <a:t>   signature -&gt; SHA256 -&gt; 32-byte master key (cached in memory)</a:t>
            </a:r>
            <a:br/>
            <a:r>
              <a:t>   No password needed, only wallet!</a:t>
            </a:r>
            <a:br/>
            <a:br/>
            <a:r>
              <a:t>6. Derive Category Key: categorySecret = SHA256(masterKey + 'Personal')</a:t>
            </a:r>
            <a:br/>
            <a:r>
              <a:t>   categoryPublicKey = X25519(categorySecret)</a:t>
            </a:r>
            <a:br/>
            <a:r>
              <a:t>   So Work files key != Personal files key (isolation)</a:t>
            </a:r>
            <a:br/>
            <a:br/>
            <a:r>
              <a:t>7. Encrypt AES key: encryptedAES = X25519_Encrypt(aesKey, categoryPublicKey)</a:t>
            </a:r>
            <a:br/>
            <a:br/>
            <a:r>
              <a:t>8. Upload ciphertext to Filebase -&gt; IPFS -&gt; get CID</a:t>
            </a:r>
            <a:br/>
            <a:r>
              <a:t>9. Call contract.addWithE2EE(url, category, hash, sig, encryptedAES) -&gt; blockchain stores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486400" cy="5303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5120640" cy="5120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6B6D4"/>
                </a:solidFill>
                <a:latin typeface="Calibri"/>
              </a:defRPr>
            </a:pPr>
            <a:r>
              <a:t>DOWNLOAD / DECRYPT FLOW:</a:t>
            </a:r>
            <a:br/>
            <a:br/>
            <a:r>
              <a:t>1. User opens My Files -&gt; Subgraph query returns list of FileInfo</a:t>
            </a:r>
            <a:br/>
            <a:r>
              <a:t>2. For each file, fetch IPFS URL -&gt; download .enc text</a:t>
            </a:r>
            <a:br/>
            <a:r>
              <a:t>3. Get encrypted AES key from contract: userEncryptedAESKeys[me][url]</a:t>
            </a:r>
            <a:br/>
            <a:r>
              <a:t>4. Decrypt AES key: aesKey = X25519_Decrypt(encryptedAES, myCategorySecret)</a:t>
            </a:r>
            <a:br/>
            <a:r>
              <a:t>5. Decrypt file: base64data = AES.decrypt(ciphertext, aesKey)</a:t>
            </a:r>
            <a:br/>
            <a:r>
              <a:t>6. Convert Base64 to blob -&gt; download original file</a:t>
            </a:r>
            <a:br/>
            <a:r>
              <a:t>7. If Stego enabled: First extract hidden text from noise image via Canvas, then decrypt</a:t>
            </a:r>
            <a:br/>
            <a:br/>
            <a:r>
              <a:t>Why this is SECURE:</a:t>
            </a:r>
            <a:br/>
            <a:r>
              <a:t>• Filebase admin sees only encrypted text, no key</a:t>
            </a:r>
            <a:br/>
            <a:r>
              <a:t>• Blockchain sees only encrypted key, not file</a:t>
            </a:r>
            <a:br/>
            <a:r>
              <a:t>• Key never leaves browser except encrypted form</a:t>
            </a:r>
            <a:br/>
            <a:r>
              <a:t>• 256-bit entropy from ECDSA signature, not human password – brute force impossible</a:t>
            </a:r>
            <a:br/>
            <a:r>
              <a:t>• Even if wallet signature stolen, need also IPFS file</a:t>
            </a:r>
            <a:br/>
            <a:br/>
            <a:r>
              <a:t>File: client/src/utils/encryption.js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10. FILE SHARING - How Alice Shares with Bob Securely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SCENARIO: Alice wants to share resume.pdf with Bob (0x123...)</a:t>
            </a:r>
            <a:br/>
            <a:br/>
            <a:r>
              <a:t>STEP 1: Alice already uploaded file. Her category key encrypted the AES key. File is on IPFS.</a:t>
            </a:r>
            <a:br/>
            <a:r>
              <a:t>STEP 2: Alice goes to Share tab, enters Bob's address, selects duration (e.g., 60 minutes or permanent)</a:t>
            </a:r>
            <a:br/>
            <a:r>
              <a:t>STEP 3: Frontend calls contract.allow(Bob, 60) – now Bob has access flag + expiry timestamp stored on blockchain.</a:t>
            </a:r>
            <a:br/>
            <a:r>
              <a:t>STEP 4: Alice needs to give Bob the AES key, but securely:</a:t>
            </a:r>
            <a:br/>
            <a:r>
              <a:t>   • Alice fetches encrypted AES key for her file (encrypted with her category key)</a:t>
            </a:r>
            <a:br/>
            <a:r>
              <a:t>   • She decrypts it locally using her category secret -&gt; gets plain aesKey</a:t>
            </a:r>
            <a:br/>
            <a:r>
              <a:t>   • She fetches Bob's public key from contract.encryptionPublicKeys(Bob) – Bob must have connected app once to publish key</a:t>
            </a:r>
            <a:br/>
            <a:r>
              <a:t>   • She re-encrypts aesKey with Bob's public key: encryptedForBob = X25519_Encrypt(aesKey, bobPubKey)</a:t>
            </a:r>
            <a:br/>
            <a:r>
              <a:t>   • She calls shareFileKeysForMultipleUsers(url, [Bob], [encryptedForBob]) – stores mapping userSharedEncryptedAESKeys[Alice][url][Bob]</a:t>
            </a:r>
            <a:br/>
            <a:r>
              <a:t>STEP 5: Bob logs in, goes to Shared With Me tab – sees file (because allow flag true + not expired)</a:t>
            </a:r>
            <a:br/>
            <a:r>
              <a:t>STEP 6: Bob clicks Download – frontend gets encryptedForBob key, decrypts with his secret key (derived from his MetaMask signature) -&gt; gets aesKey -&gt; decrypts file</a:t>
            </a:r>
            <a:br/>
            <a:r>
              <a:t>STEP 7: If Alice calls disallow(Bob), access flag false + O(1) removal from accessList via swap &amp; pop – Bob instantly loses access, but old encrypted key still on chain (can't delete blockchain history, but contract checks access flag before display)</a:t>
            </a:r>
            <a:br/>
            <a:br/>
            <a:r>
              <a:t>IMPORTANT: Bob does NOT need Alice to be online. All keys already on blockchain.</a:t>
            </a:r>
            <a:br/>
            <a:r>
              <a:t>DIRECT SHARE: sendFileToReceiverWithE2EE() can directly push file to receiver's list.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11. IPFS STORAGE - Decentralized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What is IPFS?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InterPlanetary File System – like BitTorrent + Git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File address = hash of content (CID), not location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If file changes even 1 byte, CID changes – tamper proof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Many nodes store copies – no single point failure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How we use it: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Frontend encrypts file -&gt; blob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uploadToFilebase() in filebase.js: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 - Creates S3 client with Filebase credentials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 - PutObject to bucket with public-read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 - Returns ipfs://CID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 - We convert to gateway URL: https://ipfs.io/ipfs/CID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File size limit 10MB in frontend for demo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Local storage saves size for display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Why not store file on Ethereum?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Ethereum storage costs ~ $10,000 per MB – too costly!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IPFS costs ~ $0 – cheap,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6B6D4"/>
                </a:solidFill>
                <a:latin typeface="Calibri"/>
              </a:defRPr>
            </a:pPr>
            <a:r>
              <a:t>Security &amp; Deduplication: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Security in IPFS Layer: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Even if IPFS node owner opens file, they see only ciphertext – looks random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We append .enc extension – indicates encrypted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No file name leaked in plaintext – only hash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Deduplication via Convergent Encryption: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Same file uploaded by two users gives same AES key + same ciphertext (if same category)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IPFS will have same CID – saves storage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But privacy trade-off: attacker can know if file exists by checking CID – we accept for demo, future use random salt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Alternative Gateways: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Filebase IPFS gateway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ipfs.io, pinata, infura gateways – all read same CID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File is permanent as long as pinned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12. STEGANOGRAPHY - Hide File Inside Image (Invisible Ink)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What is Steganography?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Not just encryption (hides content), but hides EXISTENCE of data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We hide encrypted text inside an image's pixels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Image looks like normal noise to anyone else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Our Implementation (steganography.js):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User toggles 'Use Steganography' switch during upload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encodeStego():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1. Generate organic noise image via Canvas – random pixels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2. Convert ciphertext to binary string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3. Inject binary into LSB (Least Significant Bit) of each pixel's RGB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4. Changing LSB doesn't change image look to human eye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 5. Export as PNG file – upload PNG instead of .enc text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Category automatically gets tag #Stego so we know to decode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Why?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If attacker checks IPFS gateway, they see image, not encrypted text – doesn't suspect file sharing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Extra layer over encryption – even if they know stego used, they still need AES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ADE80"/>
                </a:solidFill>
                <a:latin typeface="Calibri"/>
              </a:defRPr>
            </a:pPr>
            <a:r>
              <a:t>How it Works on Download: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Decode Flow: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Download PNG from IPFS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Load into Canvas, read pixel data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Extract LSBs -&gt; binary -&gt; ciphertext string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Then decrypt as usual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Image size bigger than text – overhead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Only for small files (&lt;1MB optimal) because need many pixels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If PNG compressed to JPEG, LSB data lost – must keep PNG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Real World Use: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Journalists hiding documents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Whistleblowers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Our project shows concept – 'Mathematical injection in organic noise matrices'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File: client/src/utils/steganography.js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13. ZERO KNOWLEDGE PROOFS (ZKP) - Prove Without Revealing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Simple Explanation: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Imagine you want to prove you know password, but don't want to tell password.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ZKP lets you prove statement is TRUE without revealing secret data.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In Our Project (Conceptual Demo):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When uploading, client generates conceptual ZKP commitment: proof that AES key matches file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Idea: Prove 'I encrypted file correctly' without showing AES key to network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Currently implemented as mocked async delay (800ms) returning {'conceptual': true}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Tag added: #ZKP-Verified category – UI shows badge that file has ZKP proof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For full production: Use SnarkJS + Circom to generate zk-SNARK proof circuit – verify on-chain or off-chain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Smart contract future function: verifyProof(proof, publicSignals) returns true/false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Why Important for Research Paper?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Shows future scope – mathematical verifiability, not just encryption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Prevents malicious user uploading garbage claiming it's encrypted – network can verify commitment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Aligns with Web3 privacy principles: Verify without leaking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In FileUpload.jsx: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toast('Generating ZKP Commitment...') -&gt; await delay -&gt; toast.success('ZKP Verified') -&gt; adds #ZKP-Verified tag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Future Work: Replace mock with real snarkjs.groth16.fullProve() circuit – this is mentioned as next step in IEEE paper.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14. THE GRAPH PROTOCOL - Fast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Problem Without The Graph: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To show My Files, old way calls contract.display(user) – reads all files from blockchain one by one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If user has 200 files, must scan 200 structs – slow, RPC timeout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search, filter, pagination easy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Solution: Subgraph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Subgraph = indexer that listens to blockchain events permanently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We deployed Subgraph on Subgraph Studio (Sepolia network)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Address: 0x5b3e60872A44eF1e9364E6cB37CBfB63E0b4138b proxy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Start block: 11394644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Events indexed: FileAdded, FileDeleted, FileUpdated, AccessGranted, AccessRevoked, PublicKeyPublished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Mapping.ts in AssemblyScript processes events -&gt; saves to entities: File, Access, UserMetric, ActivityEvent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Provides GraphQL endpoint: https://api.studio.thegraph.com/query/...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Frontend Uses Apollo Client: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Instead of contract call, frontend does GraphQL query { files(where: {owner: me}) }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Returns in &lt;100ms – super fast dashboard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Enables Dashboard.jsx – shows total files, shared counters, recent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6B6D4"/>
                </a:solidFill>
                <a:latin typeface="Calibri"/>
              </a:defRPr>
            </a:pPr>
            <a:r>
              <a:t>Technical Details: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Schema Example (schema.graphql):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type File @entity {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id: ID!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owner: Bytes!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sender: Bytes!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url: String!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category: String!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timestamp: BigInt!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}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Benefits: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Blazing fast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Historical analytics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need to query contract for count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Decentralized indexing – not owned by us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How to Deploy (for Viva):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1. graph auth --studio DEPLOY_KEY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2. npm run build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3. graph deploy --studio blockchain-drive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4. Copy Query URL to client/src/main.jsx ApolloClient uri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File: subgraph/subgraph.yaml + src/mapping.ts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15. DAO GOVERNANCE - Community Owns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What is DAO?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Decentralized Autonomous Organization – no CEO, community votes on changes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Our DAO contracts: DriveDAO.sol (Governor) + DriveToken.sol (ERC20) + DriveFaucet.sol (free tokens)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Flow: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User goes to Governance tab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First time, click Faucet – calls DriveFaucet.claim() – gets 100 DRIVE tokens free (Sepolia test tokens)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DRIVE is ERC20 voting token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Anyone can create proposal: 'Upgrade contract to V10 for gas saving'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Proposal contains: target contract address + calldata for upgradeTo(newImplementation)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Token holders vote: For / Against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After voting period, if quorum reached, proposal executed – proxy upgrades logic but keeps storage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Why UUPS Proxy?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Normal contract immutable – can't fix bugs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UUPS (Universal Upgradeable Proxy Standard) – Proxy holds storage, implementation holds logic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OnlyOwner (DAO) can _authorizeUpgrade(newImplementation)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We tested on Sepolia – upgraded V8 to V9 without losing any file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A855F7"/>
                </a:solidFill>
                <a:latin typeface="Calibri"/>
              </a:defRPr>
            </a:pPr>
            <a:r>
              <a:t>Frontend Integration: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Faucet Component (Faucet.jsx):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Shows user balance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Claim button – MetaMask transaction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Rate limited per address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Governance Component: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List proposals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Vote button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Execute button when passed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Shows queue &amp; status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Security: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Only DAO (timelock) can pause/unpause contract in emergency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pause() freezes all uploads/sharing if vulnerability found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Simple Analogy: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DRIVE token = share in company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More tokens = more voting power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Community decides future, not single developer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True Web3 ownership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Files: smart_contract/contracts/DriveDAO.sol, etc.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16. ACCESS CONTROL &amp; GAS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ACCESS CONTROL LOGIC: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allow(user, durationInMinutes):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Sets ownership[owner][user] = true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If duration &gt;0, sets expiry = now + duration*60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If expiry=0, means permanent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Adds to accessList array + index mapping + isInAccessList flag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Emits AccessGranted event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disallow(user):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Requires ownership true before revoke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Sets ownership false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O(1) removal: swap array element with last, then pop – saves gas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Old method used loop O(n) – costly for 100+ shared users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Emits AccessRevoked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display(user):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Checks: msg.sender == user OR (ownership[_user][msg.sender] &amp;&amp; not expired)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- If fails: 'You don't have access'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displayPage(user, offset, limit): Pagination – returns slice for large lists – avoids gas limit errors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Time-Locked Sharing Example: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Allow Bob for 60 minutes – after 60 min, ownership still true but expiry check fails – access auto revoked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ADE80"/>
                </a:solidFill>
                <a:latin typeface="Calibri"/>
              </a:defRPr>
            </a:pPr>
            <a:r>
              <a:t>Gas Comparison: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GAS OPTIMIZATION – V10 O(1) Fix: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OLD _ownsFile (V9 and before):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for (i=0; i&lt;files.length; i++) {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if (keccak(files[i].url) == keccak(url)) return true;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}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If user has 500 files, loop 500 times every share – gas ~ 500*20k = high!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NEW (V10):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mapping(address =&gt; mapping(bytes32 =&gt; bool)) fileOwnership;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On add: fileOwnership[owner][keccak(url)] = true;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On _ownsFile: return fileOwnership[owner][keccak(url)];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Constant time – single storage read – gas fixed ~ 2k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Also fallback loop for files uploaded before V10 (migration safety)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Result: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90% gas saved for users with many files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Tests show shareFileKeys gas from 300k down to 80k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This is mentioned in IEEE paper as key contribution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File: smart_contract/contracts/UploadUpgradeableV9.sol lines 110-130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17. FRONTEND - User Interface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MAIN FILES (React):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App.jsx: Entry – connects wallet via window.ethereum, creates ethers provider, signer, contract instance. Detects contract version via contractVersion.js. Sets up E2EE PKI: if ver&gt;=7, fetches encryptionPublicKeys[address] – if not exists, derives key via getDeterministicKey(), derives public key, signs message with nonce for replay protection, calls setEncryptionPublicKey(pubKey, signature).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Navigation.jsx: Beautiful glass navbar – links to Home, Files, Share, Dashboard, Governance, Faucet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FileUpload.jsx: Core – file input, category dropdown (General, Work, Personal, etc.), receiver address optional, ENS support (.eth names resolved via cloudflare-eth), Stego toggle, cover image optional, progress bar, batch upload support, ZKP toast simulation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Files.jsx: Shows two lists – My Files &amp; Shared With Me – uses useBlockchainDrive hook which queries Subgraph then fallback to contract if subgraph fails – Each file as FileCard.tsx with thumbnail, category tag, #Stego #ZKP badges, Download, Share, Delete, Update version buttons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FileCard.tsx: Handles decryption + download – fetch IPFS, detect if image (stego), decode stego if needed, decrypt AES key via PasswordContext, decrypt file, trigger download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Dashboard.jsx: Uses Subgraph to show metrics: total files, shared files, storage used (from localStorage ipfs_size), recent activities from ActivityEvent entity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Share.jsx: Input for user address + duration + multi-file key sharing – encrypts AES key for each allowed user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SharedLinkView.jsx: Handles ?hash= URL param – direct file view via IPFS link sharing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PasswordContext.jsx: Holds cached secret key in memory so user signs only once per session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UI DESIGN: Glassmorphism – backdrop-blur, gradient borders cyan-&gt;purple, dark slate background – looks modern Web3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State: useState for files, fileNames, isUploading, category, useStego, coverImage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Validation: 10MB max per file, address validation via ethers.utils.isAddress, ENS resolve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18. LIVE DEMO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HOME PAGE (screenshot/homePage.png):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Big title: Secure. Decentralized. Storage.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Subtitle: Upload and share securely on Ethereum + IPFS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Glass panel with wallet status – green dot if connected, shows 0x... address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File upload box – drag &amp; drop, category select, Upload button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Below: Faucet component – claim DRIVE tokens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Then Dashboard – charts for total files etc.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Then two glass panels: My Files &amp; Shared With Me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Background: Dark with cyan/purple gradient blurs – modern look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SHARE PAGE (screenshot/Share page .png):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List of addresses you shared with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Each card: address + access status (green active, red expired) + revoke button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Input to allow new user with duration dropdown – 30 min, 60 min, Permanent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Shows expiry countdown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Additional Screens to Show in Viva: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FileUpload with Stego toggle ON -&gt; shows noise image generated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MetaMask popup signing EIP-712 message – 'Derive cryptographic master key...'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IPFS gateway opened – shows encrypted text or PNG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Etherscan Sepolia transaction – FileAdded event log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Subgraph Studio query playground – GraphQL query returning files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Governance page – proposals list + vote button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6B6D4"/>
                </a:solidFill>
                <a:latin typeface="Calibri"/>
              </a:defRPr>
            </a:pPr>
            <a:r>
              <a:t>How to Demo: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DEMO STEPS FOR EXAMINER: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1. Open http://localhost:5050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2. Connect MetaMask to Sepolia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3. Show wallet address connected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4. Upload small text file – select Personal category – show encrypting toast 'Fetching encryption key...' 'Uploading to decentralized storage...' – show progress bar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5. After upload, show My Files list updates via Subgraph – file visible with category tag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6. Click Download – shows decryption -&gt; file downloaded original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7. Toggle Stego ON, upload same file – now IPFS shows PNG image – open image, looks like noise – download &amp; decrypt still works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8. Share: Enter second test account address, allow for 10 min – switch account in MetaMask – show Shared With Me appears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9. Second account downloads successfully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10. First account clicks Disallow – second account refresh – access gone – 'You don't have access'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11. Show Governance – claim DRIVE from faucet – create proposal (if owner) – vote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12. Show Architecture diagram (docs/architecture.png)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Tip: Keep two browsers: Chrome + Firefox with two MetaMask accounts for live sharing demo.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19. THREAT MODEL - What is Safe &amp; What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Protects: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WHAT OUR SYSTEM PROTECTS AGAINST (In-Scope) – SAFE: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Compromised Storage Provider (Filebase/IPFS hacked):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They see only AES-256 encrypted gibberish – no key, can't read – E2EE guarantees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Offline Dictionary Attacks: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Key derived from ECDSA signature – 256 bits entropy – not human password '1234' – brute force impossible – physically impossible to guess 2^256 combos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Access Control Griefing: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Contract checks _ownsFile(msg.sender) before sharing keys – attacker can't overwrite someone else's shared keys – requires signature verification with nonce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Smart Contract Zero-Day: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Owner (DAO) can call pause() – freezes uploads/shares in emergency – gives time to patch and upgrade via UUPS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File Tampering: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IPFS CID changes if tampered – blockchain hash check catches – plus stored fileHashes mapping for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A855F7"/>
                </a:solidFill>
                <a:latin typeface="Calibri"/>
              </a:defRPr>
            </a:pPr>
            <a:r>
              <a:t>Does NOT Protect – For Viva Honesty: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WHAT IT DOES NOT PROTECT (Out-of-Scope) – LIMITATIONS – Be Honest in Viva: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❌ Metadata Leaks: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Blockchain is PUBLIC – anyone can see WHO uploaded WHEN, category, receiver address – not anonymous – use privacy chain like Aztec if need full anonymity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❌ Compromised User Device: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If laptop has malware that reads browser memory during decryption – can steal AES key and file – need antivirus, secure enclave – not our fault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❌ Stolen MetaMask Private Key: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If attacker steals wallet seed phrase, they can sign auth message and decrypt ALL files – security collapses to wallet security – advise hardware wallet + strong password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❌ Lost Wallet = Lost Files: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No recovery – if seed lost, master key lost forever – can't decrypt – we should add social recovery future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❌ IPFS Pinning Reliance: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 If Filebase unpins and no other node pins, file could be garbage collected – need multiple pinners or Filecoin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Being honest about limitations impresses external examiner – shows you understand real security.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20. 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Smart Contract Tests (Hardhat):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DriveDAO.test.js – tests propose, vote, execute flow – ensures only token holders vote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DriveFaucet.test.js – tests claim(), rate limit, balance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UploadUpgradeableV5.test.js – tests file versioning – updateFile keeps history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UploadUpgradeableV6.test.js – tests batch upload – 5 files in 1 tx works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UploadUpgradeableV8.test.js – tests pause, nonce replay protection, O(1) access removal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Run: npx hardhat test – all pass on localhost &amp; Sepolia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Frontend Manual Tests: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Encryption test: client/scratch/test-encryption.cjs – encrypts 'hello world' with category key, decrypts, matches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File size 10MB limit – tried 11MB, toast error appears – prevents IPFS overload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Invalid address – ethers.utils.isAddress check shows error toast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ENS – entered vitalik.eth, resolved correctly via cloudflare-eth provider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Stego – encoded 100KB text into 500x500 image – decoded matches original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Convergent key – same file twice gives same AES key – deduplication works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Performance Results (Sepolia):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Upload 1MB file: Encryption 0.5s + IPFS 2s + Blockchain tx 15s (Sepolia block time)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Gas: addWithE2EE() ~ 180k gas (~ $0.02 on Sepolia)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After V10 O(1) fix: shareFileKeysForMultipleUsers for 10 users: old 400k gas, new 120k gas – 70% saving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Subgraph query: &lt;100ms vs contract display() 2-3s for 50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ADE80"/>
                </a:solidFill>
                <a:latin typeface="Calibri"/>
              </a:defRPr>
            </a:pPr>
            <a:r>
              <a:t>Results – What We Achieved: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RESULTS SUMMARY: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✅ Successfully deployed proxy at 0x5b3e... on Sepolia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✅ Deployed Subgraph – indexing live from block 11394644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✅ Frontend running on Vite – localhost:5050 – connected to Sepolia + Subgraph + Filebase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✅ Upload, Download, Share, Revoke, Versioning all working end-to-end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✅ E2EE works – Filebase admin cannot read files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✅ Stego image looks like noise, but hides data successfully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✅ DAO voting works – proposal executed to upgrade contract without losing data – storage preserved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✅ Dashboard fast via The Graph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✅ No critical vulnerabilities found in manual testing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Test Evidence for PPT: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Screenshot of Hardhat test passing – green ticks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Screenshot of Sepolia Etherscan tx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Screenshot of Filebase bucket showing .enc files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Screenshot of Subgraph query returning files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Note: Keep .env files secure – never push private keys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21. ADVANTAGES OF OUR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Compared to Google Drive / Dropbox: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You own data, not company – true ownership via blockchain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No one can see your files – even storage provider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Censorship resistant – no company can delete your files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Transparent access log – blockchain shows who accessed when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No password to remember – wallet signature is key – less phishing risk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Time-locked sharing – auto expiry, like self-destructing link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Decentralized – even if one IPFS node down, others have copy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Compared to Other Blockchain Storage (Storj, Filecoin without encryption):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End-to-end encryption built-in – others often leave encryption to user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Category isolation via HD keys – share Work key without exposing Personal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Steganography &amp; ZKP conceptual – extra privacy layers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Gas optimized O(1) – cheaper than naive loops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DAO governance – community upgrades, not single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6B6D4"/>
                </a:solidFill>
                <a:latin typeface="Calibri"/>
              </a:defRPr>
            </a:pPr>
            <a:r>
              <a:t>Technical Advantages: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Compared to Academic Papers (EHR, IoT models):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Practical implementation – not just theory – full React DApp + deployed on Sepolia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Complete flow from upload to governance – others focus only on access control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Uses battle-tested OpenZeppelin upgradeable – security audited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Integrates The Graph for speed – many papers ignore indexing bottleneck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Faucet makes testing easy for users – no need to buy tokens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✅ Versioning – like Git – others don't have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For Viva Points: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Military-grade AES-256 – same used by US government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EIP-712 signing prevents replay attacks across chains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Nonce + ECDSA for public key publishing prevents key takeover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Pausable for emergency – good devops practice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Batch upload saves user time &amp; gas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22.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Limitations: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CURRENT LIMITATIONS (Honest – Guide will appreciate):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MetaMask only – no hardware wallet or WalletConnect support yet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10MB limit – larger files need chunking &amp; streaming encryption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folder support – flat file list, category only – need hierarchical folders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Convergent encryption leaks existence – same file CID same – attacker can guess file via dictionary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Stego image size heavy – 1MB text needs ~ 2MB PNG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ZKP is mocked, not real circuit – need Circom + SnarkJS full integration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Subgraph depends on The Graph centralized studio – ideally self-hosted indexer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mobile app – only web – needs React Native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file search by content – only by category – encrypted content can't be searched easily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If wallet lost, data lost – no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ADE80"/>
                </a:solidFill>
                <a:latin typeface="Calibri"/>
              </a:defRPr>
            </a:pPr>
            <a:r>
              <a:t>Future Work: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FUTURE SCOPE – How to Make Even Better: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Real zk-SNARKs via Circom – on-chain proof verification for integrity without revealing key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File chunking + streaming – support 1GB videos via AES-CTR + IPFS chunking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Folder NFT – Each folder as ERC721 with access control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Social recovery – Shamir split master key among trusted friends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Decentralized identity – Integrate ENS + Lens for better UX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Cross-chain – deploy on Polygon, Arbitrum for cheaper gas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IPFS pinning incentive – pay Filecoin for long-term storage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Searchable encryption – SSE technique to search encrypted files without decrypting all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Mobile app + desktop sync like Dropbox daemon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Enterprise version – audit logs, compliance, GDPR delete (need careful design since blockchain immutable)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AI classification – auto categorize files but locally, not server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Integration with Sign Protocol for attestations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This shows you think beyond project – guide loves future scope.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 Simple English Summary:</a:t>
            </a:r>
            <a:br/>
            <a:br/>
            <a:r>
              <a:t>We started with problem – centralized cloud owns our data, can leak, censor, delete.</a:t>
            </a:r>
            <a:br/>
            <a:br/>
            <a:r>
              <a:t>We built Blockchain Drive – a complete Web3 file storage where:</a:t>
            </a:r>
            <a:br/>
            <a:r>
              <a:t>• User encrypts file at home (browser) with AES-256 – key derived from wallet signature – no password to remember, but 256-bit super strong.</a:t>
            </a:r>
            <a:br/>
            <a:r>
              <a:t>• Encrypted file goes to IPFS – distributed, no single owner – content addressed, tamper proof.</a:t>
            </a:r>
            <a:br/>
            <a:r>
              <a:t>• Only hash + encrypted key + access rules stored on Ethereum – cheap, permanent, transparent.</a:t>
            </a:r>
            <a:br/>
            <a:r>
              <a:t>• Sharing is safe – AES key re-encrypted with receiver's public key via X25519 – receiver decrypts with own wallet.</a:t>
            </a:r>
            <a:br/>
            <a:r>
              <a:t>• Extra privacy via Steganography – hide encrypted file inside noise image – looks like random picture.</a:t>
            </a:r>
            <a:br/>
            <a:r>
              <a:t>• Fast dashboard via The Graph – indexing blockchain events, not scanning whole chain.</a:t>
            </a:r>
            <a:br/>
            <a:r>
              <a:t>• Community owned via DAO – DRIVE token holders vote to upgrade contract via UUPS proxy – without losing data.</a:t>
            </a:r>
            <a:br/>
            <a:r>
              <a:t>• Gas optimized – changed O(n) loops to O(1) mappings – saves 70-90% gas.</a:t>
            </a:r>
            <a:br/>
            <a:br/>
            <a:r>
              <a:t>What we proved:</a:t>
            </a:r>
            <a:br/>
            <a:r>
              <a:t>You CAN build Google Drive without Google – fully decentralized, more private, censorship resistant, user owns data.</a:t>
            </a:r>
            <a:br/>
            <a:r>
              <a:t>Our testing on Sepolia testnet shows it works end-to-end – upload, download, share, revoke, versioning, governance.</a:t>
            </a:r>
            <a:br/>
            <a:br/>
            <a:r>
              <a:t>This is not just project, it's vision of Web3 – data ownership back to user, not corporation.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24.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[1] Z. Zheng, S. Xie, H. Dai, X. Chen and H. Wang, 'An Overview of Blockchain Technology: Architecture, Consensus, and Future Trends,' in IEEE International Congress on Big Data, 2017.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  → Used to understand blockchain immutability &amp; why not store files on-chain.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[2] A. Ali et al., 'IoTChain: A blockchain security architecture for the Internet of Things,' in IEEE Wireless Communications, 2018.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  → Inspired access control via smart contract.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[3] H. Guo et al., 'A Secure and Privacy-Preserving EHR Sharing Scheme Based on Blockchain and IPFS,' in IEEE Access, 2021.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  → Adopted IPFS for big files + blockchain for audit – medical records example helped our design.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[4] Y. Zhang et al., 'Blockchain-Based Secure Data Sharing With Proxy Re-Encryption,' in IEEE Internet of Things Journal, 2020.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  → Compared PRE vs our X25519 hybrid – we chose cheaper &amp; simpler.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[5] OpenZeppelin, 'Proxy Upgrade Pattern – UUPS,' 2023. https://docs.openzeppelin.com/upgrades-plugins/1.x/proxies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  → Used for upgradeable contract without losing storage.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[6] V. Buterin, 'EIP-712: Typed structured data hashing and signing,' Ethereum Improvement Proposals, 2017.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   → Used for secure wallet signature – prevents phishing replay.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[7] Benet, J., 'IPFS – Content Addressed, Versioned, P2P File System,' 2014 – Original IPFS whitepaper.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[8] Filebase Documentation – https://docs.filebase.com/ – S3 API for IPFS pinning.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[9] The Graph Documentation – https://thegraph.com/docs/ – How to build Subgraph indexing.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[10] CryptoJS &amp; eth-sig-util Libraries – AES &amp; X25519 implementation references.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 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Plus: Our own GitHub repo – https://github.com/SuhasRam356/Blockchain-Drive____Securing-Data-using-the-Ethereum-and-IPFS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84848"/>
            <a:ext cx="12188952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06B6D4"/>
                </a:solidFill>
                <a:latin typeface="Calibri"/>
              </a:defRPr>
            </a:pPr>
            <a:r>
              <a:t>Any Questions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57607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926080"/>
            <a:ext cx="539496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Project: Blockchain Drive – Securing Data using Ethereum and IPFS</a:t>
            </a:r>
            <a:br/>
            <a:br/>
            <a:r>
              <a:t>Team Members: [Your Name] + [Team]</a:t>
            </a:r>
            <a:br/>
            <a:r>
              <a:t>Guide: [Guide Name]</a:t>
            </a:r>
            <a:br/>
            <a:br/>
            <a:r>
              <a:t>College: [Your College] – CSE Department</a:t>
            </a:r>
            <a:br/>
            <a:br/>
            <a:r>
              <a:t>We are ready to show LIVE DEMO</a:t>
            </a:r>
            <a:br/>
            <a:r>
              <a:t> Sepolia Testnet | IPFS | MetaMask | DAO Voting</a:t>
            </a:r>
            <a:br/>
            <a:br/>
            <a:r>
              <a:t>Contact: your.email@college.com</a:t>
            </a:r>
            <a:br/>
            <a:r>
              <a:t>GitHub: github.com/SuhasRam356/Blockchain-Drive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Special Thanks to OpenZeppelin, Filebase, The Graph, Alchemy &amp; Ethereum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